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256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7315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AMC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137160" y="18288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FIT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13716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FFFFF"/>
                </a:solidFill>
              </a:rPr>
              <a:t>E-COMMERCE FITNESS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749040" y="10058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88888"/>
                </a:solidFill>
              </a:rPr>
              <a:t>Proyecto Fin de Ciclo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888888"/>
                </a:solidFill>
              </a:rPr>
              <a:t>Desarrollo de Aplicaciones Web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2057400"/>
            <a:ext cx="8686800" cy="0"/>
          </a:xfrm>
          <a:prstGeom prst="line">
            <a:avLst/>
          </a:prstGeom>
          <a:noFill/>
          <a:ln w="6350">
            <a:solidFill>
              <a:srgbClr val="2C2C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2240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Alejandro Menéndez Cloux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74904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</a:rPr>
              <a:t>2º DAW  ·  I.E.S. Bernaldo de Quirós  ·  2025-2026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3246120"/>
            <a:ext cx="8686800" cy="0"/>
          </a:xfrm>
          <a:prstGeom prst="line">
            <a:avLst/>
          </a:prstGeom>
          <a:noFill/>
          <a:ln w="6350">
            <a:solidFill>
              <a:srgbClr val="2C2C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3429000"/>
            <a:ext cx="868680" cy="29260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34290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React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36592" y="3429000"/>
            <a:ext cx="868680" cy="29260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36592" y="34290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Django REST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724144" y="3429000"/>
            <a:ext cx="868680" cy="29260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24144" y="34290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SQLite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11696" y="3429000"/>
            <a:ext cx="868680" cy="29260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11696" y="34290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Docker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699248" y="3429000"/>
            <a:ext cx="868680" cy="29260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699248" y="34290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PayPal SDK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686800" y="4480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C2C2C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01168"/>
            <a:ext cx="1463040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CONTENIDOS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Índice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28600" y="1280160"/>
            <a:ext cx="8686800" cy="0"/>
          </a:xfrm>
          <a:prstGeom prst="line">
            <a:avLst/>
          </a:prstGeom>
          <a:noFill/>
          <a:ln w="6350">
            <a:solidFill>
              <a:srgbClr val="2C2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417320"/>
            <a:ext cx="420624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417320"/>
            <a:ext cx="502920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4173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14904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Idea y Planteamiento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8562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¿Por qué AMC FIT?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2441448"/>
            <a:ext cx="420624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441448"/>
            <a:ext cx="502920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44144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25146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Stack Tecnológico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8803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React · Django · Docker · PayPal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3465576"/>
            <a:ext cx="420624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465576"/>
            <a:ext cx="502920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465576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35387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Arquitectura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9044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Tres capas desacopladas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417320"/>
            <a:ext cx="420624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417320"/>
            <a:ext cx="502920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4173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257800" y="14904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Funcionalidades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57800" y="18562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Catálogo, carrito, checkout, reseñas, admin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441448"/>
            <a:ext cx="420624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441448"/>
            <a:ext cx="502920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44144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257800" y="25146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Demo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57800" y="28803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La aplicación en funcionamiento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465576"/>
            <a:ext cx="420624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465576"/>
            <a:ext cx="502920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3465576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257800" y="35387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Conclusiones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57800" y="39044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Valoración y ampliaciones futuras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0" y="4480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C2C2C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01168"/>
            <a:ext cx="1463040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01 · PLANTEAMIENTO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es AMC FIT?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28600" y="1280160"/>
            <a:ext cx="8686800" cy="0"/>
          </a:xfrm>
          <a:prstGeom prst="line">
            <a:avLst/>
          </a:prstGeom>
          <a:noFill/>
          <a:ln w="6350">
            <a:solidFill>
              <a:srgbClr val="2C2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417320"/>
            <a:ext cx="2743200" cy="338328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417320"/>
            <a:ext cx="2743200" cy="5486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El Problema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" y="265176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</a:rPr>
              <a:t>Ropa técnica de calidad en España: o cara (marcas internacionales) o genérica (grandes superficies). Sin alternativa local especializada.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72968" y="1417320"/>
            <a:ext cx="2743200" cy="338328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417320"/>
            <a:ext cx="27432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10128" y="2194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3946"/>
                </a:solidFill>
              </a:rPr>
              <a:t>La Idea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65176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</a:rPr>
              <a:t>Plataforma e-commerce propia inspirada en Gymshark: diseño fitness moderno, gestión de inventario por tallas y pasarela de pago real.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17336" y="1417320"/>
            <a:ext cx="2743200" cy="338328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17336" y="1417320"/>
            <a:ext cx="2743200" cy="5486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17336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54496" y="2194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La Solución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81928" y="265176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</a:rPr>
              <a:t>AMC FIT: tienda online completa con catálogo, carrito, checkout PayPal/contra-reembolso, sistema de reseñas y panel de administración.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0" y="4480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C2C2C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01168"/>
            <a:ext cx="1463040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02 · TECNOLOGÍAS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Tecnológico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28600" y="1280160"/>
            <a:ext cx="8686800" cy="0"/>
          </a:xfrm>
          <a:prstGeom prst="line">
            <a:avLst/>
          </a:prstGeom>
          <a:noFill/>
          <a:ln w="6350">
            <a:solidFill>
              <a:srgbClr val="2C2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417320"/>
            <a:ext cx="274320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417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874520"/>
            <a:ext cx="27432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874520"/>
            <a:ext cx="54864" cy="548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" y="19202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React 19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" y="2148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SPA con componentes reutilizables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" y="2496312"/>
            <a:ext cx="27432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496312"/>
            <a:ext cx="54864" cy="548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" y="25420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React Router DOM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" y="27706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Navegación sin recarga de página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8600" y="3118104"/>
            <a:ext cx="27432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118104"/>
            <a:ext cx="54864" cy="548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" y="31638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Context API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" y="33924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Estado global: auth, carrito, wishlist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8600" y="3739896"/>
            <a:ext cx="27432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739896"/>
            <a:ext cx="54864" cy="548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" y="37856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6616" y="40142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Bundler ultrarrápido de desarrollo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28600" y="4361688"/>
            <a:ext cx="27432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4361688"/>
            <a:ext cx="54864" cy="548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" y="44074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PayPal SDK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6616" y="46360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Smart Buttons para el checkout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172968" y="1417320"/>
            <a:ext cx="2743200" cy="347472"/>
          </a:xfrm>
          <a:prstGeom prst="rect">
            <a:avLst/>
          </a:prstGeom>
          <a:solidFill>
            <a:srgbClr val="2C7BE5"/>
          </a:solidFill>
          <a:ln w="12700">
            <a:solidFill>
              <a:srgbClr val="2C7B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72968" y="1417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172968" y="1874520"/>
            <a:ext cx="27432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72968" y="1874520"/>
            <a:ext cx="54864" cy="548640"/>
          </a:xfrm>
          <a:prstGeom prst="rect">
            <a:avLst/>
          </a:prstGeom>
          <a:solidFill>
            <a:srgbClr val="2C7BE5"/>
          </a:solidFill>
          <a:ln w="12700">
            <a:solidFill>
              <a:srgbClr val="2C7B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00984" y="19202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Django 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00984" y="2148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Framework Python con admin panel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172968" y="2496312"/>
            <a:ext cx="27432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72968" y="2496312"/>
            <a:ext cx="54864" cy="548640"/>
          </a:xfrm>
          <a:prstGeom prst="rect">
            <a:avLst/>
          </a:prstGeom>
          <a:solidFill>
            <a:srgbClr val="2C7BE5"/>
          </a:solidFill>
          <a:ln w="12700">
            <a:solidFill>
              <a:srgbClr val="2C7B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00984" y="25420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Django REST (DRF)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00984" y="27706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API RESTful para el frontend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172968" y="3118104"/>
            <a:ext cx="27432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72968" y="3118104"/>
            <a:ext cx="54864" cy="548640"/>
          </a:xfrm>
          <a:prstGeom prst="rect">
            <a:avLst/>
          </a:prstGeom>
          <a:solidFill>
            <a:srgbClr val="2C7BE5"/>
          </a:solidFill>
          <a:ln w="12700">
            <a:solidFill>
              <a:srgbClr val="2C7B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00984" y="31638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SimpleJWT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00984" y="33924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Autenticación con tokens JWT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172968" y="3739896"/>
            <a:ext cx="27432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72968" y="3739896"/>
            <a:ext cx="54864" cy="548640"/>
          </a:xfrm>
          <a:prstGeom prst="rect">
            <a:avLst/>
          </a:prstGeom>
          <a:solidFill>
            <a:srgbClr val="2C7BE5"/>
          </a:solidFill>
          <a:ln w="12700">
            <a:solidFill>
              <a:srgbClr val="2C7B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00984" y="37856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Django CORS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00984" y="40142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Comunicación cross-origin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172968" y="4361688"/>
            <a:ext cx="27432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72968" y="4361688"/>
            <a:ext cx="54864" cy="548640"/>
          </a:xfrm>
          <a:prstGeom prst="rect">
            <a:avLst/>
          </a:prstGeom>
          <a:solidFill>
            <a:srgbClr val="2C7BE5"/>
          </a:solidFill>
          <a:ln w="12700">
            <a:solidFill>
              <a:srgbClr val="2C7B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00984" y="44074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Pillow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300984" y="46360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Gestión de imágenes del catálogo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117336" y="1417320"/>
            <a:ext cx="27432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17336" y="1417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Infra &amp; Datos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117336" y="1874520"/>
            <a:ext cx="27432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17336" y="1874520"/>
            <a:ext cx="54864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45352" y="19202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SQLite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45352" y="2148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Base de datos portable (desarrollo)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117336" y="2496312"/>
            <a:ext cx="27432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17336" y="2496312"/>
            <a:ext cx="54864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45352" y="25420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Docker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45352" y="27706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Contenedores: arranque con 1 comando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117336" y="3118104"/>
            <a:ext cx="27432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17336" y="3118104"/>
            <a:ext cx="54864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45352" y="31638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Django ORM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245352" y="33924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Protección contra inyección SQL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117336" y="3739896"/>
            <a:ext cx="27432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17336" y="3739896"/>
            <a:ext cx="54864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45352" y="37856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Migrations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245352" y="40142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Control de versiones del esquema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117336" y="4361688"/>
            <a:ext cx="27432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117336" y="4361688"/>
            <a:ext cx="54864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245352" y="44074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PayPal Sandbox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245352" y="46360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Simulación de pagos reales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686800" y="4480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C2C2C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01168"/>
            <a:ext cx="1463040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03 · ARQUITECTURA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de la Aplicación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28600" y="1280160"/>
            <a:ext cx="8686800" cy="0"/>
          </a:xfrm>
          <a:prstGeom prst="line">
            <a:avLst/>
          </a:prstGeom>
          <a:noFill/>
          <a:ln w="6350">
            <a:solidFill>
              <a:srgbClr val="2C2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417320"/>
            <a:ext cx="2743200" cy="3291840"/>
          </a:xfrm>
          <a:prstGeom prst="rect">
            <a:avLst/>
          </a:prstGeom>
          <a:solidFill>
            <a:srgbClr val="1A1A1A"/>
          </a:solidFill>
          <a:ln w="12700">
            <a:solidFill>
              <a:srgbClr val="E6394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417320"/>
            <a:ext cx="2743200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444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28600" y="1764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PRESENTACIÓN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" y="2121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React + Vite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" y="2450592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</a:rPr>
              <a:t>Componentes SPA · Context API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</a:rPr>
              <a:t>React Router · PayPal SDK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</a:rPr>
              <a:t>CSS3 · Axios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90088" y="2011680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</a:rPr>
              <a:t>⟷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72968" y="1417320"/>
            <a:ext cx="2743200" cy="3291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C7BE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1417320"/>
            <a:ext cx="2743200" cy="685800"/>
          </a:xfrm>
          <a:prstGeom prst="rect">
            <a:avLst/>
          </a:prstGeom>
          <a:solidFill>
            <a:srgbClr val="2C7BE5"/>
          </a:solidFill>
          <a:ln w="12700">
            <a:solidFill>
              <a:srgbClr val="2C7B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72968" y="1444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172968" y="1764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NEGOCIO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72968" y="2121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Django REST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450592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</a:rPr>
              <a:t>API RESTful · JWT Auth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</a:rPr>
              <a:t>Lógica de inventario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</a:rPr>
              <a:t>Transacciones atómicas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34456" y="2011680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</a:rPr>
              <a:t>⟷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17336" y="1417320"/>
            <a:ext cx="2743200" cy="3291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6A34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17336" y="1417320"/>
            <a:ext cx="2743200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17336" y="1444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117336" y="1764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DATOS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17336" y="2121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SQLite + ORM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81928" y="2450592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</a:rPr>
              <a:t>Modelos relacionales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</a:rPr>
              <a:t>Django ORM · Migrations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</a:rPr>
              <a:t>Token Blacklist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0" y="4617720"/>
            <a:ext cx="3291840" cy="27432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4617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🐳  Docker  ·  Contenedoriza las 3 capas con docker-compose up --build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686800" y="4480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C2C2C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01168"/>
            <a:ext cx="1463040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04 · FUNCIONALIDADES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Funcionalidades Clave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28600" y="1280160"/>
            <a:ext cx="8686800" cy="0"/>
          </a:xfrm>
          <a:prstGeom prst="line">
            <a:avLst/>
          </a:prstGeom>
          <a:noFill/>
          <a:ln w="6350">
            <a:solidFill>
              <a:srgbClr val="2C2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417320"/>
            <a:ext cx="201168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417320"/>
            <a:ext cx="201168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🛍️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Catálogo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1671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</a:rPr>
              <a:t>Filtro por categoría, búsqueda en tiempo real, estado de stock por talla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32304" y="1417320"/>
            <a:ext cx="201168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32304" y="1417320"/>
            <a:ext cx="201168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32304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23744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Inventario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23744" y="21671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</a:rPr>
              <a:t>Control independiente por tallas S/M/L/XL con bloqueo automático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36008" y="1417320"/>
            <a:ext cx="201168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36008" y="1417320"/>
            <a:ext cx="201168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6008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27448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Carrito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27448" y="21671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</a:rPr>
              <a:t>Gestión de bolsa, envío dinámico (gratis +50€), edición de dirección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39712" y="1417320"/>
            <a:ext cx="201168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39712" y="1417320"/>
            <a:ext cx="201168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31152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Pagos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31152" y="21671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</a:rPr>
              <a:t>PayPal Sandbox Smart Buttons + Pago Contra-reembolso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28600" y="3017520"/>
            <a:ext cx="201168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" y="3017520"/>
            <a:ext cx="201168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2004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Reseñas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" y="37673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</a:rPr>
              <a:t>Valoración 1-5 estrellas con comentario y protección de privacidad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432304" y="3017520"/>
            <a:ext cx="201168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432304" y="3017520"/>
            <a:ext cx="201168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32304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523744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Panel Admin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23744" y="37673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</a:rPr>
              <a:t>Django Admin: productos, variantes, pedidos y usuarios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36008" y="3017520"/>
            <a:ext cx="201168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36008" y="3017520"/>
            <a:ext cx="201168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36008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❤️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4727448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Wishlist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27448" y="37673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</a:rPr>
              <a:t>Lista de deseos persistente por usuario autenticado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39712" y="3017520"/>
            <a:ext cx="201168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39712" y="3017520"/>
            <a:ext cx="201168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39712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931152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Autenticación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931152" y="37673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</a:rPr>
              <a:t>JWT con blacklist, registro con validación RegEx, recuperación contraseña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686800" y="4480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C2C2C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01168"/>
            <a:ext cx="1463040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05 · DEMO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Demostración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28600" y="1280160"/>
            <a:ext cx="8686800" cy="0"/>
          </a:xfrm>
          <a:prstGeom prst="line">
            <a:avLst/>
          </a:prstGeom>
          <a:noFill/>
          <a:ln w="6350">
            <a:solidFill>
              <a:srgbClr val="2C2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389888"/>
            <a:ext cx="4206240" cy="1783080"/>
          </a:xfrm>
          <a:prstGeom prst="rect">
            <a:avLst/>
          </a:prstGeom>
          <a:solidFill>
            <a:srgbClr val="1A1A1A"/>
          </a:solidFill>
          <a:ln w="12700">
            <a:solidFill>
              <a:srgbClr val="E6394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5176" y="1627632"/>
            <a:ext cx="4133088" cy="14904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28600" y="1389888"/>
            <a:ext cx="4206240" cy="21945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138988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🛍️ Catálogo de productos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09160" y="1389888"/>
            <a:ext cx="4206240" cy="1783080"/>
          </a:xfrm>
          <a:prstGeom prst="rect">
            <a:avLst/>
          </a:prstGeom>
          <a:solidFill>
            <a:srgbClr val="1A1A1A"/>
          </a:solidFill>
          <a:ln w="12700">
            <a:solidFill>
              <a:srgbClr val="E6394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5736" y="1627632"/>
            <a:ext cx="4133088" cy="149047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709160" y="1389888"/>
            <a:ext cx="4206240" cy="21945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09160" y="138988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📦 Detalle + Reseñas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28600" y="3264408"/>
            <a:ext cx="4206240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E6394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65176" y="3502152"/>
            <a:ext cx="4133088" cy="130759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28600" y="3264408"/>
            <a:ext cx="4206240" cy="21945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28600" y="326440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🛒 Carrito y Checkout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709160" y="3264408"/>
            <a:ext cx="4206240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E6394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45736" y="3502152"/>
            <a:ext cx="4133088" cy="130759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709160" y="3264408"/>
            <a:ext cx="4206240" cy="21945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709160" y="326440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🔧 Panel Admin Django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8686800" y="4480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C2C2C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01168"/>
            <a:ext cx="1463040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06 · CONCLUSIONES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Conclusiones y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Ampliaciones Futuras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28600" y="1463040"/>
            <a:ext cx="8686800" cy="0"/>
          </a:xfrm>
          <a:prstGeom prst="line">
            <a:avLst/>
          </a:prstGeom>
          <a:noFill/>
          <a:ln w="6350">
            <a:solidFill>
              <a:srgbClr val="2C2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600200"/>
            <a:ext cx="4023360" cy="32918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6002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✅  LOGROS DEL PROYECTO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2011680"/>
            <a:ext cx="402336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2011680"/>
            <a:ext cx="54864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</a:rPr>
              <a:t>E-commerce funcional con stack moderno (React + Django)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542032"/>
            <a:ext cx="402336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542032"/>
            <a:ext cx="54864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5420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</a:rPr>
              <a:t>Gestión real de inventario por tallas con transacciones atómicas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3072384"/>
            <a:ext cx="402336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3072384"/>
            <a:ext cx="54864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0723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</a:rPr>
              <a:t>Integración de pasarela de pago real (PayPal Sandbox)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3602736"/>
            <a:ext cx="402336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602736"/>
            <a:ext cx="54864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60273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</a:rPr>
              <a:t>Arquitectura desacoplada SPA + API REST + JWT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4133088"/>
            <a:ext cx="402336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4133088"/>
            <a:ext cx="54864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41330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</a:rPr>
              <a:t>Contenedorización completa con Docker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1600200"/>
            <a:ext cx="4206240" cy="329184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6002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🚀  POSIBLES AMPLIACIONES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011680"/>
            <a:ext cx="420624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6636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</a:rPr>
              <a:t>Recomendador de tallas por IA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542032"/>
            <a:ext cx="420624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66360" y="2542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</a:rPr>
              <a:t>Seguimiento de pedidos en tiempo real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072384"/>
            <a:ext cx="420624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🎁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66360" y="30723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</a:rPr>
              <a:t>Programa de fidelización con puntos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602736"/>
            <a:ext cx="420624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🎬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166360" y="36027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</a:rPr>
              <a:t>Vídeos en ficha de producto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4133088"/>
            <a:ext cx="420624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166360" y="41330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</a:rPr>
              <a:t>Internacionalización multi-idioma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686800" y="4480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C2C2C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/>
          <p:cNvSpPr/>
          <p:nvPr/>
        </p:nvSpPr>
        <p:spPr>
          <a:xfrm>
            <a:off x="5669280" y="45720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¡Gracias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su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atención!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0" y="32918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109728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AMC FIT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228600" y="2743200"/>
            <a:ext cx="8686800" cy="0"/>
          </a:xfrm>
          <a:prstGeom prst="line">
            <a:avLst/>
          </a:prstGeom>
          <a:noFill/>
          <a:ln w="6350">
            <a:solidFill>
              <a:srgbClr val="2C2C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2926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Alejandro Menéndez Cloux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" y="3383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2º DAW  ·  I.E.S. Bernaldo de Quirós  ·  2025-2026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3931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3946"/>
                </a:solidFill>
              </a:rPr>
              <a:t>github.com/alexcloux99/gymshop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612</Words>
  <Application>Microsoft Office PowerPoint</Application>
  <PresentationFormat>Presentación en pantalla (16:9)</PresentationFormat>
  <Paragraphs>177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AMC FIT - Proyecto Fin de Ciclo</dc:title>
  <dc:subject>PptxGenJS Presentation</dc:subject>
  <dc:creator>Alejandro Menéndez Cloux</dc:creator>
  <cp:lastModifiedBy>alex mc</cp:lastModifiedBy>
  <cp:revision>2</cp:revision>
  <dcterms:created xsi:type="dcterms:W3CDTF">2026-04-03T15:04:01Z</dcterms:created>
  <dcterms:modified xsi:type="dcterms:W3CDTF">2026-04-03T15:10:08Z</dcterms:modified>
</cp:coreProperties>
</file>